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8CE8D0-6248-068E-9D24-1C69CD749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698665-D0FF-76CC-D4BD-0D82C3844D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1D72A0-B001-9966-2B83-6D740C619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F54BF4-1362-B1FB-0D31-B0F9808D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833744-2FC0-E446-9592-60AC7DE8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80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49563-C071-8BC4-D3D5-4A0996CC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27C28B-A583-3FA9-4793-E1BC185C3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E05147-EC6F-BF3B-33A1-82E5DBD5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83254-C37A-F05D-2C46-AAAC510F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7AB7E0-B50B-5175-4DE4-7EE03BD3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052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44270-FFF6-9103-9B72-B8439396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4C5789-9DD0-A77D-EF04-114E78916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BBE337-7053-1BA9-BB56-E8F33F0BB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98714B-50C8-CACC-5066-7D3BBF0F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C85CB-53E4-B5B0-89F8-09F734339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204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5A2D6-793B-0E6E-225A-52CE01137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151D7D-A5B1-9855-7FA3-F277304113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646CD1-8B5F-EDC5-AEA0-1538DD335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5FBF0A-2A7A-E971-2159-F40D80C78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6BEA02-07ED-5F27-6303-72E8896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9C9E2D-50A5-A998-6ABC-D4811A251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65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8B0E5-F9F5-0CA1-0B47-438869895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DD8AC-C3D8-9D9C-2E66-2D43C858D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8BF667-8FCF-D300-0879-EF5772E4F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665DA5A-BDC7-87B7-8C38-2FD657F1C6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3B1654-C3BD-F5E9-3086-D55242E8B2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639EB3-232F-B70B-4D65-DA35D256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9C94D0-6372-0F82-E75F-D12E636E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D594E-8329-8E38-17FF-AE6A30CC1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023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B35BE-6520-213A-6061-887B6CA6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E15E4C2-12F1-2D46-1C8D-560B90F4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04C536-45AD-F0B6-F8CB-C02FDFD43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24A35B-3B62-F050-C3FE-5BA4E73E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780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D796F6-CBDE-71E4-B29D-3D8F527B5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D0052C-F0E4-1D6C-F3EF-C7DCE093D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3C6E18-8704-067F-E991-74456794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689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27CE4-992D-86B2-376F-A82185F95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E76C1C-6A23-075E-28D3-FCB1A3100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580E41-4ACC-3045-DC30-57207086C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99E683-1EBB-0FE2-9241-679146240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3601FF-B873-A72A-DBCB-2F8C570E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ECC3A0-6DCF-4BDE-E85B-CEAFC284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6002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5363F-F750-574A-C278-40A70BBC8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1B6B22B-36FD-9621-1529-A106D4538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4D91B05-25BA-E7A8-CFA4-29C57F508F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7138F8-30EB-371F-3427-5A2D6689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88999B-FEE9-C65F-0166-01A679B5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67E80D-2A90-9E76-54D3-437A6F39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81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9E9527-E94B-DEDC-A03C-338AA0ADF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08A537-3869-277A-FD29-3C1441D1E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A47D73-D784-ECD7-DD0D-0485998D0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24D439-8329-EAE3-9770-CB2369AC7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66066-4556-13D9-E7F0-4E7F67DDC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1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8CF0569-C4C3-696F-1370-70E3E38EE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38EA54-75C1-E063-BC33-1BA43648F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2C8D7C-456E-EBEE-B285-110BCADF5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DDC855-CAA6-6E35-ED48-C65F04EF1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2787F5-EAB8-DE1E-08F5-15AB23606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129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6E5506-C406-7238-A44A-C434B2C1D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CF0B87-C9CA-8752-EEF1-39673A428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DB81B5-4E46-D104-0568-1D0061B6FB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F239C2-990B-4EE2-844F-CD9C02BE6C67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B260F-9189-B093-2B87-FDC0021E6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BEB8F5-46C8-9DFA-CE73-D46DEFD6A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8CBCB-7926-4EDD-9ACD-6A6E8CDA42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25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C96B557-CDE1-F402-6019-C08CE46C2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77" y="669767"/>
            <a:ext cx="6687483" cy="298174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1D029D3-3AE8-19D9-83B6-6B29CB176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727" y="119161"/>
            <a:ext cx="4763165" cy="63826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0F780C-42C5-713F-2D2F-04B8584E5070}"/>
              </a:ext>
            </a:extLst>
          </p:cNvPr>
          <p:cNvSpPr txBox="1"/>
          <p:nvPr/>
        </p:nvSpPr>
        <p:spPr>
          <a:xfrm>
            <a:off x="136877" y="119161"/>
            <a:ext cx="403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Docx </a:t>
            </a:r>
            <a:r>
              <a:rPr lang="ko-KR" altLang="en-US" sz="2400" dirty="0"/>
              <a:t>용지 가로변경 메뉴얼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19D596-2A5D-5E35-6EAA-3B358ECB3595}"/>
              </a:ext>
            </a:extLst>
          </p:cNvPr>
          <p:cNvSpPr txBox="1"/>
          <p:nvPr/>
        </p:nvSpPr>
        <p:spPr>
          <a:xfrm>
            <a:off x="136877" y="3889832"/>
            <a:ext cx="5310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▲ 레이아웃의 페이지 설정 </a:t>
            </a:r>
            <a:r>
              <a:rPr lang="en-US" altLang="ko-KR" dirty="0"/>
              <a:t>(</a:t>
            </a:r>
            <a:r>
              <a:rPr lang="ko-KR" altLang="en-US" dirty="0"/>
              <a:t>모두보기 아이콘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E8130D-ACA9-4793-A193-5DA28EBE71FE}"/>
              </a:ext>
            </a:extLst>
          </p:cNvPr>
          <p:cNvSpPr txBox="1"/>
          <p:nvPr/>
        </p:nvSpPr>
        <p:spPr>
          <a:xfrm>
            <a:off x="2676340" y="6066966"/>
            <a:ext cx="4302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▶ 여백 탭의 용지방향 </a:t>
            </a:r>
            <a:r>
              <a:rPr lang="en-US" altLang="ko-KR" dirty="0"/>
              <a:t>, </a:t>
            </a:r>
            <a:r>
              <a:rPr lang="ko-KR" altLang="en-US" dirty="0"/>
              <a:t>적용대상 확인</a:t>
            </a:r>
          </a:p>
        </p:txBody>
      </p:sp>
    </p:spTree>
    <p:extLst>
      <p:ext uri="{BB962C8B-B14F-4D97-AF65-F5344CB8AC3E}">
        <p14:creationId xmlns:p14="http://schemas.microsoft.com/office/powerpoint/2010/main" val="3800795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2026-03-23T03:12:16Z</dcterms:created>
  <dcterms:modified xsi:type="dcterms:W3CDTF">2026-03-23T03:12:27Z</dcterms:modified>
</cp:coreProperties>
</file>