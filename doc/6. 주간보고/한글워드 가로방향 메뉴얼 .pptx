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8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71B464B-C04B-81A2-A3BC-DF9C3950B2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D74E5CB-A483-B82D-6A47-DF284AF7BA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3E30F55-CB59-2218-B97C-2E0BD526E9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B8475C-B3A1-45F9-B498-F488DC7A43CF}" type="datetimeFigureOut">
              <a:rPr lang="ko-KR" altLang="en-US" smtClean="0"/>
              <a:t>2026-03-25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F45D1F2-4FD7-3B5F-182C-3D7C40B122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CEA0EC4-CF66-D209-183C-70008C9CCA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1E3C59-DBA8-45C0-8521-987778009EC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025081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5244255-E109-DB26-2D9F-81D45AA95D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7D25408-5BC7-DB7A-F0C1-5B6256CDE2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590FFC5-2B78-7402-CCC2-CE092C8B70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B8475C-B3A1-45F9-B498-F488DC7A43CF}" type="datetimeFigureOut">
              <a:rPr lang="ko-KR" altLang="en-US" smtClean="0"/>
              <a:t>2026-03-25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C2C6D3D-711E-37B4-8150-C650AD77AB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AA0862F-E50D-D931-E13E-F4AF35A782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1E3C59-DBA8-45C0-8521-987778009EC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29771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1C6A04-18D9-CBF0-5ECB-8D6B11C99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4016DCD-E1A9-729E-3BC7-D904FDE4BE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2E4023D-5AB4-44A0-2A49-9FD3D26FC8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B8475C-B3A1-45F9-B498-F488DC7A43CF}" type="datetimeFigureOut">
              <a:rPr lang="ko-KR" altLang="en-US" smtClean="0"/>
              <a:t>2026-03-25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67DC94A-E528-67C4-B795-57F9276CD1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27D1FB5-476D-5982-D650-1CD1FA7976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1E3C59-DBA8-45C0-8521-987778009EC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745498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5DD53C9-4208-F570-259C-C4ECD86FBD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F921EE3-E8E5-CD05-751E-6852AE48E43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C32D49E-FA2B-A3EB-3C4C-D4F3F5E918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53398E6-81E3-9C9E-3C32-42D7E13540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B8475C-B3A1-45F9-B498-F488DC7A43CF}" type="datetimeFigureOut">
              <a:rPr lang="ko-KR" altLang="en-US" smtClean="0"/>
              <a:t>2026-03-25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B89E544-5366-AA10-24C3-A8BC5C76A0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D2BDD32-F18F-4C5A-1059-C694489571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1E3C59-DBA8-45C0-8521-987778009EC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07624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D815CED-42AB-AE4C-0B90-6032E6279C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0D3FDF4-16AC-7DE8-2C87-6DBA7973D5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F9E3FC9-6C19-55FD-EB2C-3563559CDD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C3599CD8-91F7-267D-3BD5-25AF299D35A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67366AFC-9B20-6C1F-0582-47AB0B10B36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D1FC9734-2304-3F75-9BDE-3512B35E94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B8475C-B3A1-45F9-B498-F488DC7A43CF}" type="datetimeFigureOut">
              <a:rPr lang="ko-KR" altLang="en-US" smtClean="0"/>
              <a:t>2026-03-25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15B69CE0-5694-F590-EB32-3AF4488383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1E33FE60-1E6F-F874-5596-3BFB385E6C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1E3C59-DBA8-45C0-8521-987778009EC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172605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663DBD9-9DAA-4784-3EEE-3AC0A3DFFA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7B132CBD-23CA-BE15-3D7F-AEFEA0B09C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B8475C-B3A1-45F9-B498-F488DC7A43CF}" type="datetimeFigureOut">
              <a:rPr lang="ko-KR" altLang="en-US" smtClean="0"/>
              <a:t>2026-03-25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3FD07A2-F012-BBC6-3F72-9452FAE2DC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B97911D-593C-3B57-9EA0-2AA87A4693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1E3C59-DBA8-45C0-8521-987778009EC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71746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DF9E5C0-95A6-9E86-49C2-126B8AE195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B8475C-B3A1-45F9-B498-F488DC7A43CF}" type="datetimeFigureOut">
              <a:rPr lang="ko-KR" altLang="en-US" smtClean="0"/>
              <a:t>2026-03-25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E28966D-9634-198C-419B-7F3B8CDCEB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17E0C81-8582-F5A6-EB83-A3134F387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1E3C59-DBA8-45C0-8521-987778009EC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44449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DC8B28B-DF02-9717-C413-9444C66CDD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89F541A-F56D-408F-2638-BFE9F77F84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9279028-27A3-D519-98E7-635CF4E4FC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D74E58A-ACD5-44D5-91E8-9D27FECA2E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B8475C-B3A1-45F9-B498-F488DC7A43CF}" type="datetimeFigureOut">
              <a:rPr lang="ko-KR" altLang="en-US" smtClean="0"/>
              <a:t>2026-03-25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3AAA1FF-D672-1702-FF98-CFDC0A2DDE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1597918-1522-EA2F-9CB3-DB13ABB664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1E3C59-DBA8-45C0-8521-987778009EC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55768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46F98AC-020A-DC55-9BDE-E4C52B8B4E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25EEA38D-D49A-5F62-3728-55C0BF78E1E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953577A-B861-9E3F-A2B9-1D8B9F221D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56AE6AE-869D-6AF9-272E-07B55DC3DE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B8475C-B3A1-45F9-B498-F488DC7A43CF}" type="datetimeFigureOut">
              <a:rPr lang="ko-KR" altLang="en-US" smtClean="0"/>
              <a:t>2026-03-25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886B293-2FB0-122F-CF8A-4DFC8243E1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2F3E8B8-115C-6BD5-5C8F-1195984B9A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1E3C59-DBA8-45C0-8521-987778009EC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89736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DF4541-9DBD-657C-07E7-737EA2E2C5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62F6F7C-97A6-C83F-6B5A-489B4AB4A4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ED828F2-2FF4-7431-3A60-5182348FD6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B8475C-B3A1-45F9-B498-F488DC7A43CF}" type="datetimeFigureOut">
              <a:rPr lang="ko-KR" altLang="en-US" smtClean="0"/>
              <a:t>2026-03-25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D0793DD-3196-7BED-2143-3E1B6A8C53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ED1A342-84B1-2FA5-C1F0-AC36593C7C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1E3C59-DBA8-45C0-8521-987778009EC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31238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CF37392B-2AE3-72CA-6AB3-6414073F437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13D642E-FE83-B3F7-387F-4A38DFDE8D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799C8FB-F881-DE80-F7E6-E33205987C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B8475C-B3A1-45F9-B498-F488DC7A43CF}" type="datetimeFigureOut">
              <a:rPr lang="ko-KR" altLang="en-US" smtClean="0"/>
              <a:t>2026-03-25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A7D7F3B-E412-2C02-16C1-97FE9C4090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FC88114-ACDC-CB31-E36D-C8441CFA84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1E3C59-DBA8-45C0-8521-987778009EC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827955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F86014EF-13D2-A3D9-19D1-28456925DB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2A12B8F-CC11-DC52-04FC-E00811A01E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CFAEBD9-FF7B-3E25-2E50-0D6149691D2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B8475C-B3A1-45F9-B498-F488DC7A43CF}" type="datetimeFigureOut">
              <a:rPr lang="ko-KR" altLang="en-US" smtClean="0"/>
              <a:t>2026-03-25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38455CC-A7B2-8FDD-4F57-E6DD33FE4C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9CAA7BC-960A-A97A-AF8B-3547AA6BCD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1E3C59-DBA8-45C0-8521-987778009EC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374512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03CB13C6-C84A-B481-E59C-37360319E7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577" y="277043"/>
            <a:ext cx="8745170" cy="1486107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27A91078-0333-6265-C9AF-185A56F9DF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8846" y="2211825"/>
            <a:ext cx="4193947" cy="442956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5F287ED-D516-3963-BD29-791E9E8FAC18}"/>
              </a:ext>
            </a:extLst>
          </p:cNvPr>
          <p:cNvSpPr txBox="1"/>
          <p:nvPr/>
        </p:nvSpPr>
        <p:spPr>
          <a:xfrm>
            <a:off x="330841" y="2027159"/>
            <a:ext cx="53101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▲ 쪽 탭의 쪽 설정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B1C2B31-6929-3B78-EB57-E25DB97193A6}"/>
              </a:ext>
            </a:extLst>
          </p:cNvPr>
          <p:cNvSpPr txBox="1"/>
          <p:nvPr/>
        </p:nvSpPr>
        <p:spPr>
          <a:xfrm>
            <a:off x="3424486" y="5928421"/>
            <a:ext cx="43023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▶ 여백 탭의 용지방향 </a:t>
            </a:r>
            <a:r>
              <a:rPr lang="en-US" altLang="ko-KR" dirty="0"/>
              <a:t>, </a:t>
            </a:r>
            <a:r>
              <a:rPr lang="ko-KR" altLang="en-US" dirty="0"/>
              <a:t>적용대상 확인</a:t>
            </a:r>
          </a:p>
        </p:txBody>
      </p:sp>
    </p:spTree>
    <p:extLst>
      <p:ext uri="{BB962C8B-B14F-4D97-AF65-F5344CB8AC3E}">
        <p14:creationId xmlns:p14="http://schemas.microsoft.com/office/powerpoint/2010/main" val="12901867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12</Words>
  <Application>Microsoft Office PowerPoint</Application>
  <PresentationFormat>와이드스크린</PresentationFormat>
  <Paragraphs>2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User</dc:creator>
  <cp:lastModifiedBy>User</cp:lastModifiedBy>
  <cp:revision>1</cp:revision>
  <dcterms:created xsi:type="dcterms:W3CDTF">2026-03-25T04:17:19Z</dcterms:created>
  <dcterms:modified xsi:type="dcterms:W3CDTF">2026-03-25T04:19:24Z</dcterms:modified>
</cp:coreProperties>
</file>