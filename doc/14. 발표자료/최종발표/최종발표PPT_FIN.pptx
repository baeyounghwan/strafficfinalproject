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Office PowerPoint</Application>
  <PresentationFormat>사용자 지정</PresentationFormat>
  <Paragraphs>0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2</cp:revision>
  <dcterms:created xsi:type="dcterms:W3CDTF">2006-08-16T00:00:00Z</dcterms:created>
  <dcterms:modified xsi:type="dcterms:W3CDTF">2026-05-06T10:41:21Z</dcterms:modified>
  <dc:identifier>DAHIk4l0zKY</dc:identifier>
</cp:coreProperties>
</file>